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0" y="457200"/>
            <a:ext cx="2286000" cy="2286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4114800"/>
            <a:ext cx="3200400" cy="3200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182880"/>
            <a:ext cx="1371600" cy="137160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144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0">
                <a:solidFill>
                  <a:srgbClr val="FFFFFF"/>
                </a:solidFill>
                <a:latin typeface="Microsoft YaHei"/>
              </a:defRPr>
            </a:pPr>
            <a:r>
              <a:t>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未来农场·精品西瓜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F5E9"/>
                </a:solidFill>
                <a:latin typeface="Microsoft YaHei"/>
              </a:defRPr>
            </a:pPr>
            <a:r>
              <a:t>从田间到舌尖的甜蜜之旅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846320"/>
            <a:ext cx="2743200" cy="457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1206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F5E9"/>
                </a:solidFill>
                <a:latin typeface="Microsoft YaHei"/>
              </a:defRPr>
            </a:pPr>
            <a:r>
              <a:t>未来科技有限公司  |  2026年盛夏出品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560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5E20"/>
                </a:solidFill>
                <a:latin typeface="Microsoft YaHei"/>
              </a:defRPr>
            </a:pPr>
            <a:r>
              <a:t>自然熟 · 甜到心 · 零农残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8404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16161"/>
                </a:solidFill>
                <a:latin typeface="Microsoft YaHei"/>
              </a:defRPr>
            </a:pPr>
            <a:r>
              <a:t>每一颗西瓜，都承载着阳光与汗水的味道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274320"/>
            <a:ext cx="1170432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5E20"/>
                </a:solidFill>
                <a:latin typeface="Microsoft YaHei"/>
              </a:defRPr>
            </a:pPr>
            <a:r>
              <a:t>🍉  农场简介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7D32"/>
                </a:solidFill>
                <a:latin typeface="Microsoft YaHei"/>
              </a:defRPr>
            </a:pPr>
            <a:r>
              <a:t>Future Farm — 用心种好每一颗瓜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Microsoft YaHei"/>
              </a:defRPr>
            </a:pPr>
            <a:r>
              <a:t>🌱 关于我们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Microsoft YaHei"/>
              </a:defRPr>
            </a:pPr>
            <a:r>
              <a:t>未来农场坐落于中国西瓜黄金产区，占地500余亩，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212121"/>
                </a:solidFill>
                <a:latin typeface="Microsoft YaHei"/>
              </a:defRPr>
            </a:pPr>
            <a:r>
              <a:t>拥有20年西瓜种植经验，是当地知名的西瓜种植示范园。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1B5E20"/>
                </a:solidFill>
                <a:latin typeface="Microsoft YaHei"/>
              </a:defRPr>
            </a:pPr>
            <a:r>
              <a:t>📌 核心数据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Microsoft YaHei"/>
              </a:defRPr>
            </a:pPr>
            <a:r>
              <a:t>• 种植面积：500+ 亩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Microsoft YaHei"/>
              </a:defRPr>
            </a:pPr>
            <a:r>
              <a:t>• 年产量：2000+ 吨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Microsoft YaHei"/>
              </a:defRPr>
            </a:pPr>
            <a:r>
              <a:t>• 从业年限：20 年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Microsoft YaHei"/>
              </a:defRPr>
            </a:pPr>
            <a:r>
              <a:t>• 合作客户：300+ 家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4CAF50"/>
                </a:solidFill>
                <a:latin typeface="Microsoft YaHei"/>
              </a:defRPr>
            </a:pPr>
            <a:r>
              <a:t>• 绿色认证：✅ 已通过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303520" cy="4389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Microsoft YaHei"/>
              </a:defRPr>
            </a:pPr>
            <a:r>
              <a:t>💚 我们的信念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700" b="1">
                <a:solidFill>
                  <a:srgbClr val="2E7D32"/>
                </a:solidFill>
                <a:latin typeface="Microsoft YaHei"/>
              </a:defRPr>
            </a:pPr>
            <a:r>
              <a:t>「自然熟」不是口号，是底线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12121"/>
                </a:solidFill>
                <a:latin typeface="Microsoft YaHei"/>
              </a:defRPr>
            </a:pPr>
            <a:r>
              <a:t>我们坚持：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12121"/>
                </a:solidFill>
                <a:latin typeface="Microsoft YaHei"/>
              </a:defRPr>
            </a:pPr>
            <a:r>
              <a:t>🌿 不催熟 — 每颗瓜自然成熟才采摘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12121"/>
                </a:solidFill>
                <a:latin typeface="Microsoft YaHei"/>
              </a:defRPr>
            </a:pPr>
            <a:r>
              <a:t>🌿 不打膨大剂 — 真实大小，真实口感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12121"/>
                </a:solidFill>
                <a:latin typeface="Microsoft YaHei"/>
              </a:defRPr>
            </a:pPr>
            <a:r>
              <a:t>🌿 零农药残留 — 绿色认证，安心食用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212121"/>
                </a:solidFill>
                <a:latin typeface="Microsoft YaHei"/>
              </a:defRPr>
            </a:pPr>
            <a:r>
              <a:t>🌿 甜蜜保证 — 甜度不达13度不出园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E53935"/>
                </a:solidFill>
                <a:latin typeface="Microsoft YaHei"/>
              </a:defRPr>
            </a:pPr>
            <a:r>
              <a:t>让每一口西瓜，都是夏天的味道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274320"/>
            <a:ext cx="1170432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5E20"/>
                </a:solidFill>
                <a:latin typeface="Microsoft YaHei"/>
              </a:defRPr>
            </a:pPr>
            <a:r>
              <a:t>🍉  西瓜品种介绍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7D32"/>
                </a:solidFill>
                <a:latin typeface="Microsoft YaHei"/>
              </a:defRPr>
            </a:pPr>
            <a:r>
              <a:t>精选三大明星品种，满足不同口味需求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5E20"/>
                </a:solidFill>
                <a:latin typeface="Microsoft YaHei"/>
              </a:defRPr>
            </a:pPr>
            <a:r>
              <a:t>🏆 8424西瓜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E7D32"/>
                </a:solidFill>
                <a:latin typeface="Microsoft YaHei"/>
              </a:defRPr>
            </a:pPr>
            <a:r>
              <a:t>—— 甜度之王 ——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Microsoft YaHei"/>
              </a:defRPr>
            </a:pPr>
            <a:r>
              <a:t>甜度：13-15度（行业标杆）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Microsoft YaHei"/>
              </a:defRPr>
            </a:pPr>
            <a:r>
              <a:t>重量：5-8斤 / 个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Microsoft YaHei"/>
              </a:defRPr>
            </a:pPr>
            <a:r>
              <a:t>果肉：鲜红色，纤维极少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212121"/>
                </a:solidFill>
                <a:latin typeface="Microsoft YaHei"/>
              </a:defRPr>
            </a:pPr>
            <a:r>
              <a:t>口感：沙甜多汁，入口即化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E53935"/>
                </a:solidFill>
                <a:latin typeface="Microsoft YaHei"/>
              </a:defRPr>
            </a:pPr>
            <a:r>
              <a:t>⭐ 明星单品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皮薄如纸，甜过初恋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5E20"/>
                </a:solidFill>
                <a:latin typeface="Microsoft YaHei"/>
              </a:defRPr>
            </a:pPr>
            <a:r>
              <a:t>💎 美都西瓜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77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E7D32"/>
                </a:solidFill>
                <a:latin typeface="Microsoft YaHei"/>
              </a:defRPr>
            </a:pPr>
            <a:r>
              <a:t>—— 脆甜新贵 ——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346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Microsoft YaHei"/>
              </a:defRPr>
            </a:pPr>
            <a:r>
              <a:t>甜度：12-14度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Microsoft YaHei"/>
              </a:defRPr>
            </a:pPr>
            <a:r>
              <a:t>重量：6-10斤 / 个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Microsoft YaHei"/>
              </a:defRPr>
            </a:pPr>
            <a:r>
              <a:t>果肉：桃红色，质地紧实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212121"/>
                </a:solidFill>
                <a:latin typeface="Microsoft YaHei"/>
              </a:defRPr>
            </a:pPr>
            <a:r>
              <a:t>口感：脆爽清甜，耐储存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FFB300"/>
                </a:solidFill>
                <a:latin typeface="Microsoft YaHei"/>
              </a:defRPr>
            </a:pPr>
            <a:r>
              <a:t>⭐ 品质之选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脆甜不沙，送礼首选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5E20"/>
                </a:solidFill>
                <a:latin typeface="Microsoft YaHei"/>
              </a:defRPr>
            </a:pPr>
            <a:r>
              <a:t>🌟 特小凤西瓜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77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E7D32"/>
                </a:solidFill>
                <a:latin typeface="Microsoft YaHei"/>
              </a:defRPr>
            </a:pPr>
            <a:r>
              <a:t>—— 黄瓤精品 ——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8346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Microsoft YaHei"/>
              </a:defRPr>
            </a:pPr>
            <a:r>
              <a:t>甜度：11-13度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Microsoft YaHei"/>
              </a:defRPr>
            </a:pPr>
            <a:r>
              <a:t>重量：3-5斤 / 个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Microsoft YaHei"/>
              </a:defRPr>
            </a:pPr>
            <a:r>
              <a:t>果肉：金黄色，细腻爽口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212121"/>
                </a:solidFill>
                <a:latin typeface="Microsoft YaHei"/>
              </a:defRPr>
            </a:pPr>
            <a:r>
              <a:t>口感：清新蜜甜，一人食佳品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FFB300"/>
                </a:solidFill>
                <a:latin typeface="Microsoft YaHei"/>
              </a:defRPr>
            </a:pPr>
            <a:r>
              <a:t>⭐ 精致生活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小巧精致，一人一颗刚刚好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274320"/>
            <a:ext cx="1170432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5E20"/>
                </a:solidFill>
                <a:latin typeface="Microsoft YaHei"/>
              </a:defRPr>
            </a:pPr>
            <a:r>
              <a:t>🌱  种植环境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7D32"/>
                </a:solidFill>
                <a:latin typeface="Microsoft YaHei"/>
              </a:defRPr>
            </a:pPr>
            <a:r>
              <a:t>得天独厚的自然条件，孕育一流品质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60320" cy="3200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5E20"/>
                </a:solidFill>
                <a:latin typeface="Microsoft YaHei"/>
              </a:defRPr>
            </a:pPr>
            <a:r>
              <a:t>☀️ 充足日照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377440"/>
            <a:ext cx="1463040" cy="274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年均日照2500+小时</a:t>
            </a:r>
            <a:br/>
            <a:r>
              <a:t>西瓜光合作用充分</a:t>
            </a:r>
            <a:br/>
            <a:r>
              <a:t>糖分积累更丰富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645920"/>
            <a:ext cx="2560320" cy="3200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5E20"/>
                </a:solidFill>
                <a:latin typeface="Microsoft YaHei"/>
              </a:defRPr>
            </a:pPr>
            <a:r>
              <a:t>🌡️ 昼夜温差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2377440"/>
            <a:ext cx="1463040" cy="274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6517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昼夜温差12-15°C</a:t>
            </a:r>
            <a:br/>
            <a:r>
              <a:t>白天积糖·夜晚锁糖</a:t>
            </a:r>
            <a:br/>
            <a:r>
              <a:t>甜度自然提升20%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45920"/>
            <a:ext cx="2560320" cy="3200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5E20"/>
                </a:solidFill>
                <a:latin typeface="Microsoft YaHei"/>
              </a:defRPr>
            </a:pPr>
            <a:r>
              <a:t>💧 优质水源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2377440"/>
            <a:ext cx="1463040" cy="274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6517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深层地下矿泉水灌溉</a:t>
            </a:r>
            <a:br/>
            <a:r>
              <a:t>富含微量元素</a:t>
            </a:r>
            <a:br/>
            <a:r>
              <a:t>瓜瓤更细腻多汁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645920"/>
            <a:ext cx="2560320" cy="3200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5E20"/>
                </a:solidFill>
                <a:latin typeface="Microsoft YaHei"/>
              </a:defRPr>
            </a:pPr>
            <a:r>
              <a:t>🧪 科学土壤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2377440"/>
            <a:ext cx="1463040" cy="274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26517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沙质壤土·透气保水</a:t>
            </a:r>
            <a:br/>
            <a:r>
              <a:t>有机质含量≥2%</a:t>
            </a:r>
            <a:br/>
            <a:r>
              <a:t>根系发达·营养充足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5120640"/>
            <a:ext cx="8503920" cy="10058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52578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🌿 好瓜出自好地 · 我们用20年深耕同一片土地，只为种出最甜的瓜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274320"/>
            <a:ext cx="1170432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5E20"/>
                </a:solidFill>
                <a:latin typeface="Microsoft YaHei"/>
              </a:defRPr>
            </a:pPr>
            <a:r>
              <a:t>✅  品质保障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7D32"/>
                </a:solidFill>
                <a:latin typeface="Microsoft YaHei"/>
              </a:defRPr>
            </a:pPr>
            <a:r>
              <a:t>六重品控体系，从田间到餐桌全程守护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2194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74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B5E20"/>
                </a:solidFill>
                <a:latin typeface="Microsoft YaHei"/>
              </a:defRPr>
            </a:pPr>
            <a:r>
              <a:t>绿色认证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146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通过国家绿色食品认证</a:t>
            </a:r>
            <a:br/>
            <a:r>
              <a:t>农药残留检测合格率100%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645920"/>
            <a:ext cx="3474720" cy="2194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39" y="1828800"/>
            <a:ext cx="548640" cy="5486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39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1874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B5E20"/>
                </a:solidFill>
                <a:latin typeface="Microsoft YaHei"/>
              </a:defRPr>
            </a:pPr>
            <a:r>
              <a:t>甜蜜检测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5146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每批次抽样检测甜度</a:t>
            </a:r>
            <a:br/>
            <a:r>
              <a:t>甜度≥13度方可出园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45920"/>
            <a:ext cx="3474720" cy="2194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0" y="1828800"/>
            <a:ext cx="548640" cy="5486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874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B5E20"/>
                </a:solidFill>
                <a:latin typeface="Microsoft YaHei"/>
              </a:defRPr>
            </a:pPr>
            <a:r>
              <a:t>重量分选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5146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自动分选·精准分级</a:t>
            </a:r>
            <a:br/>
            <a:r>
              <a:t>确保每颗瓜规格一致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14800"/>
            <a:ext cx="3474720" cy="2194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97680"/>
            <a:ext cx="548640" cy="5486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343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B5E20"/>
                </a:solidFill>
                <a:latin typeface="Microsoft YaHei"/>
              </a:defRPr>
            </a:pPr>
            <a:r>
              <a:t>外观筛查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834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人工逐个检查外观</a:t>
            </a:r>
            <a:br/>
            <a:r>
              <a:t>无裂果·无病斑·无畸形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4114800"/>
            <a:ext cx="3474720" cy="2194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3439" y="4297680"/>
            <a:ext cx="548640" cy="5486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39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59" y="4343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B5E20"/>
                </a:solidFill>
                <a:latin typeface="Microsoft YaHei"/>
              </a:defRPr>
            </a:pPr>
            <a:r>
              <a:t>新鲜直发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79" y="49834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当日采摘·当日发货</a:t>
            </a:r>
            <a:br/>
            <a:r>
              <a:t>冷链运输锁住新鲜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4114800"/>
            <a:ext cx="3474720" cy="2194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12480" y="4297680"/>
            <a:ext cx="548640" cy="5486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343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B5E20"/>
                </a:solidFill>
                <a:latin typeface="Microsoft YaHei"/>
              </a:defRPr>
            </a:pPr>
            <a:r>
              <a:t>售后无忧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9834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坏果包赔·不满意退换</a:t>
            </a:r>
            <a:br/>
            <a:r>
              <a:t>48小时响应·放心购买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274320"/>
            <a:ext cx="1170432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5E20"/>
                </a:solidFill>
                <a:latin typeface="Microsoft YaHei"/>
              </a:defRPr>
            </a:pPr>
            <a:r>
              <a:t>🌾  采摘流程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7D32"/>
                </a:solidFill>
                <a:latin typeface="Microsoft YaHei"/>
              </a:defRPr>
            </a:pPr>
            <a:r>
              <a:t>从田间到您手中，每一步都用心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CAF5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1828800"/>
            <a:ext cx="1097280" cy="109728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5E20"/>
                </a:solidFill>
                <a:latin typeface="Microsoft YaHei"/>
              </a:defRPr>
            </a:pPr>
            <a:r>
              <a:t>成熟检测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Microsoft YaHei"/>
              </a:defRPr>
            </a:pPr>
            <a:r>
              <a:t>经验瓜农敲瓜听音</a:t>
            </a:r>
            <a:br/>
            <a:r>
              <a:t>科学仪器检测甜度</a:t>
            </a:r>
            <a:br/>
            <a:r>
              <a:t>确保自然成熟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CAF5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3337560" y="1828800"/>
            <a:ext cx="1097280" cy="109728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0116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✂️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108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5E20"/>
                </a:solidFill>
                <a:latin typeface="Microsoft YaHei"/>
              </a:defRPr>
            </a:pPr>
            <a:r>
              <a:t>精心采摘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6576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Microsoft YaHei"/>
              </a:defRPr>
            </a:pPr>
            <a:r>
              <a:t>清晨5-7点低温采摘</a:t>
            </a:r>
            <a:br/>
            <a:r>
              <a:t>保留3cm瓜蒂保鲜</a:t>
            </a:r>
            <a:br/>
            <a:r>
              <a:t>轻拿轻放零损伤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CAF5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5623560" y="1828800"/>
            <a:ext cx="1097280" cy="109728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20116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108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5E20"/>
                </a:solidFill>
                <a:latin typeface="Microsoft YaHei"/>
              </a:defRPr>
            </a:pPr>
            <a:r>
              <a:t>分级筛选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6576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Microsoft YaHei"/>
              </a:defRPr>
            </a:pPr>
            <a:r>
              <a:t>按重量·甜度·外观</a:t>
            </a:r>
            <a:br/>
            <a:r>
              <a:t>三级分选标准</a:t>
            </a:r>
            <a:br/>
            <a:r>
              <a:t>确保品质一致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CAF5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7909560" y="1828800"/>
            <a:ext cx="1097280" cy="109728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20116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108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5E20"/>
                </a:solidFill>
                <a:latin typeface="Microsoft YaHei"/>
              </a:defRPr>
            </a:pPr>
            <a:r>
              <a:t>专业包装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6576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Microsoft YaHei"/>
              </a:defRPr>
            </a:pPr>
            <a:r>
              <a:t>珍珠棉+气泡柱</a:t>
            </a:r>
            <a:br/>
            <a:r>
              <a:t>双层防震包装</a:t>
            </a:r>
            <a:br/>
            <a:r>
              <a:t>守护每一颗瓜</a:t>
            </a:r>
          </a:p>
        </p:txBody>
      </p:sp>
      <p:sp>
        <p:nvSpPr>
          <p:cNvPr id="28" name="Oval 27"/>
          <p:cNvSpPr/>
          <p:nvPr/>
        </p:nvSpPr>
        <p:spPr>
          <a:xfrm>
            <a:off x="10195560" y="1828800"/>
            <a:ext cx="1097280" cy="109728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20116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108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5E20"/>
                </a:solidFill>
                <a:latin typeface="Microsoft YaHei"/>
              </a:defRPr>
            </a:pPr>
            <a:r>
              <a:t>冷链配送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6576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Microsoft YaHei"/>
              </a:defRPr>
            </a:pPr>
            <a:r>
              <a:t>全程冷链恒温运输</a:t>
            </a:r>
            <a:br/>
            <a:r>
              <a:t>72小时极速送达</a:t>
            </a:r>
            <a:br/>
            <a:r>
              <a:t>新鲜直达您手中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5303520"/>
            <a:ext cx="8503920" cy="82296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539496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🕐 从采摘到发货不超过6小时 · 让您尝到田间的第一口鲜甜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274320"/>
            <a:ext cx="1170432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5E20"/>
                </a:solidFill>
                <a:latin typeface="Microsoft YaHei"/>
              </a:defRPr>
            </a:pPr>
            <a:r>
              <a:t>💬  客户评价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7D32"/>
                </a:solidFill>
                <a:latin typeface="Microsoft YaHei"/>
              </a:defRPr>
            </a:pPr>
            <a:r>
              <a:t>真金不怕火炼，好瓜自有口碑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2194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300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Microsoft YaHei"/>
              </a:defRPr>
            </a:pPr>
            <a:r>
              <a:t>"合作三年了，8424的品质非常稳定，甜度每批都达标，客户回购率很高，是值得信赖的供应商。"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Microsoft YaHei"/>
              </a:defRPr>
            </a:pPr>
            <a:r>
              <a:t>—— 张先生（水果批发商）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645920"/>
            <a:ext cx="3474720" cy="2194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300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1488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Microsoft YaHei"/>
              </a:defRPr>
            </a:pPr>
            <a:r>
              <a:t>"群里的宝妈们都抢着买！包装很用心，从没收到过坏果，甜度真的比超市的好太多了。"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Microsoft YaHei"/>
              </a:defRPr>
            </a:pPr>
            <a:r>
              <a:t>—— 李女士（社区团购团长）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3474720" cy="2194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300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1488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Microsoft YaHei"/>
              </a:defRPr>
            </a:pPr>
            <a:r>
              <a:t>"为酒店甄选水果三年，未来农场的西瓜是唯一指定供应商。品质稳定、口感上乘、服务专业。"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Microsoft YaHei"/>
              </a:defRPr>
            </a:pPr>
            <a:r>
              <a:t>—— 王总（高端酒店采购）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3474720" cy="2194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300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177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Microsoft YaHei"/>
              </a:defRPr>
            </a:pPr>
            <a:r>
              <a:t>"第三年买了，每年夏天就认准这家。自己吃、送亲戚，都说好。特别甜，汁水多，真的和超市不一样！"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806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Microsoft YaHei"/>
              </a:defRPr>
            </a:pPr>
            <a:r>
              <a:t>—— 陈阿姨（老顾客）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4114800"/>
            <a:ext cx="3474720" cy="2194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79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300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79" y="46177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Microsoft YaHei"/>
              </a:defRPr>
            </a:pPr>
            <a:r>
              <a:t>"给员工发福利选了美都，个头均匀、包装精美，大家都说比往年发的西瓜好吃太多了。"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5806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Microsoft YaHei"/>
              </a:defRPr>
            </a:pPr>
            <a:r>
              <a:t>—— 赵经理（企业福利采购）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4114800"/>
            <a:ext cx="3474720" cy="2194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300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6177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Microsoft YaHei"/>
              </a:defRPr>
            </a:pPr>
            <a:r>
              <a:t>"在学校做水果外卖，用他们家西瓜做招牌，复购率超70%！品质和服务都没话说。"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806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Microsoft YaHei"/>
              </a:defRPr>
            </a:pPr>
            <a:r>
              <a:t>—— 刘同学（大学生创业）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274320"/>
            <a:ext cx="1170432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5E20"/>
                </a:solidFill>
                <a:latin typeface="Microsoft YaHei"/>
              </a:defRPr>
            </a:pPr>
            <a:r>
              <a:t>💰  产品报价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7D32"/>
                </a:solidFill>
                <a:latin typeface="Microsoft YaHei"/>
              </a:defRPr>
            </a:pPr>
            <a:r>
              <a:t>2026年夏季价格，量大从优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0789920" cy="640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品种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737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规格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737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零售价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737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团购价(50斤起)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备注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8424西瓜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377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5-8斤/个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377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3.5元/斤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377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53935"/>
                </a:solidFill>
                <a:latin typeface="Microsoft YaHei"/>
              </a:defRPr>
            </a:pPr>
            <a:r>
              <a:t>2.8元/斤 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🌟明星爆款·甜度之王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926080"/>
            <a:ext cx="107899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美都西瓜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6-10斤/个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3.0元/斤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53935"/>
                </a:solidFill>
                <a:latin typeface="Microsoft YaHei"/>
              </a:defRPr>
            </a:pPr>
            <a:r>
              <a:t>2.5元/斤 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💎品质之选·脆甜爽口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566160"/>
            <a:ext cx="1078992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特小凤西瓜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657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3-5斤/个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657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4.0元/斤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657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53935"/>
                </a:solidFill>
                <a:latin typeface="Microsoft YaHei"/>
              </a:defRPr>
            </a:pPr>
            <a:r>
              <a:t>3.3元/斤 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🌟精致黄瓤·一人食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206240"/>
            <a:ext cx="107899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精品礼盒装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42976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2个/盒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42976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68元/盒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42976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53935"/>
                </a:solidFill>
                <a:latin typeface="Microsoft YaHei"/>
              </a:defRPr>
            </a:pPr>
            <a:r>
              <a:t>55元/盒(10盒起) 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🎁精美包装·送礼首选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846320"/>
            <a:ext cx="10789920" cy="11887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93776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B5E20"/>
                </a:solidFill>
                <a:latin typeface="Microsoft YaHei"/>
              </a:defRPr>
            </a:pPr>
            <a:r>
              <a:t>📋 购买须知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• 所有价格含冷链配送费 · 偏远地区运费另议    • 团购价需提前3天预订    • 坏果包赔，签收24小时内拍照联系客服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Microsoft YaHei"/>
              </a:defRPr>
            </a:pPr>
            <a:r>
              <a:t>• 支持对公转账 / 微信支付 / 支付宝    • 批量采购另有优惠，欢迎来电咨询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286000" cy="2286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7315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5E20"/>
                </a:solidFill>
                <a:latin typeface="Microsoft YaHei"/>
              </a:defRPr>
            </a:pPr>
            <a:r>
              <a:t>📞  联系我们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E7D32"/>
                </a:solidFill>
                <a:latin typeface="Microsoft YaHei"/>
              </a:defRPr>
            </a:pPr>
            <a:r>
              <a:t>期待与您的合作，甜蜜随时启程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286000"/>
            <a:ext cx="7589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560320"/>
            <a:ext cx="6675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2200" b="1">
                <a:solidFill>
                  <a:srgbClr val="1B5E20"/>
                </a:solidFill>
                <a:latin typeface="Microsoft YaHei"/>
              </a:defRPr>
            </a:pPr>
            <a:r>
              <a:t>🏢  未来科技有限公司 · 未来农场</a:t>
            </a:r>
          </a:p>
          <a:p>
            <a:pPr algn="ctr">
              <a:spcAft>
                <a:spcPts val="1000"/>
              </a:spcAft>
              <a:defRPr sz="1700" b="0">
                <a:solidFill>
                  <a:srgbClr val="212121"/>
                </a:solidFill>
                <a:latin typeface="Microsoft YaHei"/>
              </a:defRPr>
            </a:pPr>
            <a:r>
              <a:t>📱  联系电话：400-888-WMWM（9696）</a:t>
            </a:r>
          </a:p>
          <a:p>
            <a:pPr algn="ctr">
              <a:spcAft>
                <a:spcPts val="1000"/>
              </a:spcAft>
              <a:defRPr sz="1700" b="0">
                <a:solidFill>
                  <a:srgbClr val="212121"/>
                </a:solidFill>
                <a:latin typeface="Microsoft YaHei"/>
              </a:defRPr>
            </a:pPr>
            <a:r>
              <a:t>💬  微信号：FutureFarm_WM</a:t>
            </a:r>
          </a:p>
          <a:p>
            <a:pPr algn="ctr">
              <a:spcAft>
                <a:spcPts val="1000"/>
              </a:spcAft>
              <a:defRPr sz="1700" b="0">
                <a:solidFill>
                  <a:srgbClr val="212121"/>
                </a:solidFill>
                <a:latin typeface="Microsoft YaHei"/>
              </a:defRPr>
            </a:pPr>
            <a:r>
              <a:t>📧  邮箱：hello@futurefarm.com</a:t>
            </a:r>
          </a:p>
          <a:p>
            <a:pPr algn="ctr">
              <a:spcAft>
                <a:spcPts val="1000"/>
              </a:spcAft>
              <a:defRPr sz="1700" b="0">
                <a:solidFill>
                  <a:srgbClr val="212121"/>
                </a:solidFill>
                <a:latin typeface="Microsoft YaHei"/>
              </a:defRPr>
            </a:pPr>
            <a:r>
              <a:t>📍  地址：中国西瓜黄金产区·未来农场示范园</a:t>
            </a:r>
          </a:p>
          <a:p>
            <a:pPr algn="ctr">
              <a:spcAft>
                <a:spcPts val="600"/>
              </a:spcAft>
              <a:defRPr sz="1700" b="0">
                <a:solidFill>
                  <a:srgbClr val="212121"/>
                </a:solidFill>
                <a:latin typeface="Microsoft YaHei"/>
              </a:defRPr>
            </a:pPr>
            <a:r>
              <a:t>🕐  服务时间：每日 8:00 - 20:00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6217920"/>
            <a:ext cx="5760720" cy="4572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623620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🍉 一口好瓜，甜蜜一夏 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914400"/>
            <a:ext cx="1828800" cy="18288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4114800"/>
            <a:ext cx="2743200" cy="2743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57200"/>
            <a:ext cx="1371600" cy="13716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3716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FFFFF"/>
                </a:solidFill>
                <a:latin typeface="Microsoft YaHei"/>
              </a:defRPr>
            </a:pPr>
            <a:r>
              <a:t>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感谢您的关注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840480"/>
            <a:ext cx="2103120" cy="457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F5E9"/>
                </a:solidFill>
                <a:latin typeface="Microsoft YaHei"/>
              </a:defRPr>
            </a:pPr>
            <a:r>
              <a:t>未来农场 · 用心种好每一颗瓜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F5E9"/>
                </a:solidFill>
                <a:latin typeface="Microsoft YaHei"/>
              </a:defRPr>
            </a:pPr>
            <a:r>
              <a:t>期待与您携手，共创甜蜜事业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F5E9"/>
                </a:solidFill>
                <a:latin typeface="Microsoft YaHei"/>
              </a:defRPr>
            </a:pPr>
            <a:r>
              <a:t>400-888-WMWM  |  FutureFarm_WM  |  hello@futurefarm.com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